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1300" r:id="rId5"/>
    <p:sldId id="1291" r:id="rId6"/>
    <p:sldId id="1301" r:id="rId7"/>
    <p:sldId id="1302" r:id="rId8"/>
    <p:sldId id="1295" r:id="rId9"/>
    <p:sldId id="1296" r:id="rId10"/>
    <p:sldId id="125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82" autoAdjust="0"/>
  </p:normalViewPr>
  <p:slideViewPr>
    <p:cSldViewPr snapToGrid="0">
      <p:cViewPr varScale="1">
        <p:scale>
          <a:sx n="71" d="100"/>
          <a:sy n="71" d="100"/>
        </p:scale>
        <p:origin x="1109" y="48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1658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11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812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3845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27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885816" y="584200"/>
            <a:ext cx="166153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6359008" y="3429000"/>
            <a:ext cx="4663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 Title</a:t>
            </a: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325" y="834658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8525A2-49D0-AAD6-F4EE-F488AD21601D}"/>
              </a:ext>
            </a:extLst>
          </p:cNvPr>
          <p:cNvSpPr txBox="1"/>
          <p:nvPr/>
        </p:nvSpPr>
        <p:spPr>
          <a:xfrm>
            <a:off x="6898249" y="4657611"/>
            <a:ext cx="1792478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College Name</a:t>
            </a:r>
          </a:p>
          <a:p>
            <a:r>
              <a:rPr lang="en-US" dirty="0">
                <a:solidFill>
                  <a:schemeClr val="bg1"/>
                </a:solidFill>
              </a:rPr>
              <a:t>Student names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B843F-6928-3290-2287-5FA1F531B685}"/>
              </a:ext>
            </a:extLst>
          </p:cNvPr>
          <p:cNvSpPr txBox="1"/>
          <p:nvPr/>
        </p:nvSpPr>
        <p:spPr>
          <a:xfrm>
            <a:off x="210314" y="1451569"/>
            <a:ext cx="10435915" cy="2164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Brief Overview:</a:t>
            </a: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(Summarize the problem the case study is addressing)</a:t>
            </a: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Key Objectives: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(List the key objectives of the case study)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Problem Statement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B843F-6928-3290-2287-5FA1F531B685}"/>
              </a:ext>
            </a:extLst>
          </p:cNvPr>
          <p:cNvSpPr txBox="1"/>
          <p:nvPr/>
        </p:nvSpPr>
        <p:spPr>
          <a:xfrm>
            <a:off x="210314" y="1451569"/>
            <a:ext cx="10435915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Dataset Description:</a:t>
            </a: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(Try to find any online available dataset related to the problem description, Briefly describe the dataset used, including its source, size, and key features)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Dataset Overview(Optional)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28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B843F-6928-3290-2287-5FA1F531B685}"/>
              </a:ext>
            </a:extLst>
          </p:cNvPr>
          <p:cNvSpPr txBox="1"/>
          <p:nvPr/>
        </p:nvSpPr>
        <p:spPr>
          <a:xfrm>
            <a:off x="210314" y="1451569"/>
            <a:ext cx="10435915" cy="2441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Approach:</a:t>
            </a: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(Explain the steps taken to solve the problem)</a:t>
            </a: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31642" indent="-231642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Algorithms Used: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(List the ML/AI algorithms or techniques applied and why)</a:t>
            </a: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Methodology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43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Conclusion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210314" y="1461898"/>
            <a:ext cx="5926671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Summary: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(Summarize the entire case study solution and its effectiveness)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Future Work: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(Any recommendations for future improvements or additional research)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EE1DD-6A31-2A28-F8BE-6E59037422CF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06934-F528-B704-BB31-70471CEEB0BF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7989A-A2B1-6748-7E8A-F0362FB212B6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75F7452F-58BC-17CE-3016-C04F4A0BB5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2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References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210314" y="1461898"/>
            <a:ext cx="59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Paste your reference link here</a:t>
            </a:r>
          </a:p>
        </p:txBody>
      </p:sp>
    </p:spTree>
    <p:extLst>
      <p:ext uri="{BB962C8B-B14F-4D97-AF65-F5344CB8AC3E}">
        <p14:creationId xmlns:p14="http://schemas.microsoft.com/office/powerpoint/2010/main" val="130792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3692</TotalTime>
  <Words>177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Vijayalakshmi Gnanavel</cp:lastModifiedBy>
  <cp:revision>68</cp:revision>
  <dcterms:modified xsi:type="dcterms:W3CDTF">2025-08-27T12:05:09Z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